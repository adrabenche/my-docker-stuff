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24" roundtripDataSignature="AMtx7mhk3Ufi7BwR4j98Bs2+TRZnH52r6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2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2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2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2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hyperlink" Target="https://github.com/mysql/mysql-docker/blob/mysql-server/5.7/Dockerfile" TargetMode="External"/><Relationship Id="rId5" Type="http://schemas.openxmlformats.org/officeDocument/2006/relationships/hyperlink" Target="https://github.com/bokysan/docker-postfix/blob/master/Dockerfile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hyperlink" Target="https://github.com/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hyperlink" Target="https://youtu.be/3c-iBn73dDE" TargetMode="External"/><Relationship Id="rId5" Type="http://schemas.openxmlformats.org/officeDocument/2006/relationships/hyperlink" Target="https://www.youtube.com/c/PeladoNerd" TargetMode="External"/><Relationship Id="rId6" Type="http://schemas.openxmlformats.org/officeDocument/2006/relationships/hyperlink" Target="https://www.freecodecamp.org" TargetMode="External"/><Relationship Id="rId7" Type="http://schemas.openxmlformats.org/officeDocument/2006/relationships/hyperlink" Target="https://www.youtube.com/c/freecodecamp/videos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2771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"/>
          <p:cNvSpPr txBox="1"/>
          <p:nvPr/>
        </p:nvSpPr>
        <p:spPr>
          <a:xfrm>
            <a:off x="1195400" y="924250"/>
            <a:ext cx="382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" name="Google Shape;6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18859" y="4743300"/>
            <a:ext cx="3225142" cy="4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2"/>
          <p:cNvSpPr txBox="1"/>
          <p:nvPr/>
        </p:nvSpPr>
        <p:spPr>
          <a:xfrm>
            <a:off x="159600" y="2441950"/>
            <a:ext cx="8984400" cy="615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WARNING! Your password will be stored unencrypted in </a:t>
            </a:r>
            <a:endParaRPr b="0" i="0" sz="1400" u="none" cap="none" strike="noStrike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~/.docker/config.json.</a:t>
            </a:r>
            <a:endParaRPr b="0" i="0" sz="1400" u="none" cap="none" strike="noStrike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2" name="Google Shape;62;p2"/>
          <p:cNvSpPr txBox="1"/>
          <p:nvPr/>
        </p:nvSpPr>
        <p:spPr>
          <a:xfrm>
            <a:off x="306900" y="356000"/>
            <a:ext cx="70707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Docker login</a:t>
            </a:r>
            <a:endParaRPr b="1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2"/>
          <p:cNvSpPr txBox="1"/>
          <p:nvPr/>
        </p:nvSpPr>
        <p:spPr>
          <a:xfrm>
            <a:off x="159600" y="1291275"/>
            <a:ext cx="8984400" cy="615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$  docker login -u &lt;USUARIO DE DOCKERHUB&gt;</a:t>
            </a:r>
            <a:endParaRPr b="0" i="0" sz="1400" u="none" cap="none" strike="noStrike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Password: </a:t>
            </a:r>
            <a:endParaRPr b="0" i="0" sz="1400" u="none" cap="none" strike="noStrike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18859" y="4743300"/>
            <a:ext cx="3225142" cy="4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3"/>
          <p:cNvSpPr txBox="1"/>
          <p:nvPr/>
        </p:nvSpPr>
        <p:spPr>
          <a:xfrm>
            <a:off x="159600" y="1313500"/>
            <a:ext cx="8984400" cy="400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Archivo: 01/Dockerfile  </a:t>
            </a:r>
            <a:endParaRPr b="0" i="0" sz="1400" u="none" cap="none" strike="noStrike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0" name="Google Shape;70;p3"/>
          <p:cNvSpPr txBox="1"/>
          <p:nvPr/>
        </p:nvSpPr>
        <p:spPr>
          <a:xfrm>
            <a:off x="159600" y="524050"/>
            <a:ext cx="7070700" cy="615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Dockerfile: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FROM: </a:t>
            </a: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Setea la imagen base a partir de la cual vamos a trabajar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"/>
          <p:cNvSpPr txBox="1"/>
          <p:nvPr/>
        </p:nvSpPr>
        <p:spPr>
          <a:xfrm>
            <a:off x="159600" y="1887550"/>
            <a:ext cx="8984400" cy="615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$ cd 01</a:t>
            </a:r>
            <a:endParaRPr b="0" i="0" sz="1400" u="none" cap="none" strike="noStrike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$ docker build -t local-hello-world:linux .</a:t>
            </a:r>
            <a:endParaRPr b="0" i="0" sz="1400" u="none" cap="none" strike="noStrike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2" name="Google Shape;72;p3"/>
          <p:cNvSpPr txBox="1"/>
          <p:nvPr/>
        </p:nvSpPr>
        <p:spPr>
          <a:xfrm>
            <a:off x="159600" y="2825600"/>
            <a:ext cx="8984400" cy="615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$ cd 01</a:t>
            </a:r>
            <a:endParaRPr b="0" i="0" sz="1400" u="none" cap="none" strike="noStrike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$ docker build -t local-hello-world:linux .</a:t>
            </a:r>
            <a:endParaRPr b="0" i="0" sz="1400" u="none" cap="none" strike="noStrike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18859" y="4743300"/>
            <a:ext cx="3225142" cy="4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4"/>
          <p:cNvSpPr txBox="1"/>
          <p:nvPr/>
        </p:nvSpPr>
        <p:spPr>
          <a:xfrm>
            <a:off x="159600" y="1421350"/>
            <a:ext cx="8984400" cy="400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Archivo: 02/Dockerfile  </a:t>
            </a:r>
            <a:endParaRPr b="0" i="0" sz="1400" u="none" cap="none" strike="noStrike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9" name="Google Shape;79;p4"/>
          <p:cNvSpPr txBox="1"/>
          <p:nvPr/>
        </p:nvSpPr>
        <p:spPr>
          <a:xfrm>
            <a:off x="159600" y="524050"/>
            <a:ext cx="8984400" cy="8313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Dockerfile: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RUN: </a:t>
            </a: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Ejecuta comandos en una nueva capa, mientras la imagen se va creando.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ENTRYPOINT: </a:t>
            </a: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 el comando que se va a ejecutar siempre que e corra </a:t>
            </a:r>
            <a:r>
              <a:rPr b="1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docker run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4"/>
          <p:cNvSpPr txBox="1"/>
          <p:nvPr/>
        </p:nvSpPr>
        <p:spPr>
          <a:xfrm>
            <a:off x="159600" y="2015775"/>
            <a:ext cx="8984400" cy="615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$ cd 02</a:t>
            </a:r>
            <a:endParaRPr b="0" i="0" sz="1400" u="none" cap="none" strike="noStrike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$ docker build -t wget-downloader:local .</a:t>
            </a:r>
            <a:endParaRPr b="0" i="0" sz="1400" u="none" cap="none" strike="noStrike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1" name="Google Shape;81;p4"/>
          <p:cNvSpPr txBox="1"/>
          <p:nvPr/>
        </p:nvSpPr>
        <p:spPr>
          <a:xfrm>
            <a:off x="159600" y="2825600"/>
            <a:ext cx="8984400" cy="615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$ docker run wget-downloader:local \</a:t>
            </a:r>
            <a:endParaRPr b="0" i="0" sz="1400" u="none" cap="none" strike="noStrike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https://www.google.com/images/branding/googlelogo/1x/googlelogo_color_272x92dp.png</a:t>
            </a:r>
            <a:endParaRPr b="0" i="0" sz="1400" u="none" cap="none" strike="noStrike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2" name="Google Shape;82;p4"/>
          <p:cNvSpPr txBox="1"/>
          <p:nvPr/>
        </p:nvSpPr>
        <p:spPr>
          <a:xfrm>
            <a:off x="0" y="3676600"/>
            <a:ext cx="8984400" cy="4002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archivo se pierde al finalizar el container!!!....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18859" y="4743300"/>
            <a:ext cx="3225142" cy="4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"/>
          <p:cNvSpPr txBox="1"/>
          <p:nvPr/>
        </p:nvSpPr>
        <p:spPr>
          <a:xfrm>
            <a:off x="159600" y="524050"/>
            <a:ext cx="8984400" cy="8313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Volumenes: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Los volúmenes nos permiten enlazar un directorio local al container. De esta manera, la información perisiste al momento de eliminar el container: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5"/>
          <p:cNvSpPr txBox="1"/>
          <p:nvPr/>
        </p:nvSpPr>
        <p:spPr>
          <a:xfrm>
            <a:off x="159600" y="1494825"/>
            <a:ext cx="8984400" cy="1262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$ docker run \</a:t>
            </a:r>
            <a:endParaRPr b="0" i="0" sz="1400" u="none" cap="none" strike="noStrike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-v ${PWD}/image_download:/image_download \</a:t>
            </a:r>
            <a:endParaRPr b="0" i="0" sz="1400" u="none" cap="none" strike="noStrike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wget-downloader:local \</a:t>
            </a:r>
            <a:endParaRPr b="0" i="0" sz="1400" u="none" cap="none" strike="noStrike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rPr>
              <a:t>-O /image_download/download.png \</a:t>
            </a:r>
            <a:endParaRPr b="1" i="0" sz="1400" u="none" cap="none" strike="noStrike">
              <a:solidFill>
                <a:schemeClr val="accent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rPr>
              <a:t>https://www.google.com/images/branding/googlelogo/1x/googlelogo_color_272x92dp.png</a:t>
            </a:r>
            <a:endParaRPr b="1" i="0" sz="1400" u="none" cap="none" strike="noStrike">
              <a:solidFill>
                <a:schemeClr val="accent6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0" name="Google Shape;90;p5"/>
          <p:cNvSpPr txBox="1"/>
          <p:nvPr/>
        </p:nvSpPr>
        <p:spPr>
          <a:xfrm>
            <a:off x="233225" y="3915925"/>
            <a:ext cx="80037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SIEMPRE lo que sigue a la imagen es el comando. Como el entrypoint es “wget”, lo que esta en amarillo sería lo que sigue al wget… por lo tanto el comando que ejecuta 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1400" u="none" cap="none" strike="noStrike">
                <a:solidFill>
                  <a:srgbClr val="1282D7"/>
                </a:solidFill>
                <a:latin typeface="Courier New"/>
                <a:ea typeface="Courier New"/>
                <a:cs typeface="Courier New"/>
                <a:sym typeface="Courier New"/>
              </a:rPr>
              <a:t>wget -O /image_download/download.png \</a:t>
            </a:r>
            <a:endParaRPr b="1" i="0" sz="1400" u="none" cap="none" strike="noStrike">
              <a:solidFill>
                <a:srgbClr val="1282D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1400" u="none" cap="none" strike="noStrike">
                <a:solidFill>
                  <a:srgbClr val="1282D7"/>
                </a:solidFill>
                <a:latin typeface="Courier New"/>
                <a:ea typeface="Courier New"/>
                <a:cs typeface="Courier New"/>
                <a:sym typeface="Courier New"/>
              </a:rPr>
              <a:t>https://www.google.com/images/branding/googlelogo/1x/googlelogo_color_272x92dp.png</a:t>
            </a:r>
            <a:endParaRPr b="0" i="0" sz="1400" u="none" cap="none" strike="noStrike">
              <a:solidFill>
                <a:srgbClr val="1282D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5"/>
          <p:cNvSpPr txBox="1"/>
          <p:nvPr/>
        </p:nvSpPr>
        <p:spPr>
          <a:xfrm>
            <a:off x="159600" y="2830575"/>
            <a:ext cx="8984400" cy="400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$ ls image_download</a:t>
            </a:r>
            <a:endParaRPr b="1" i="0" sz="1400" u="none" cap="none" strike="noStrike">
              <a:solidFill>
                <a:schemeClr val="accent6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18859" y="4743300"/>
            <a:ext cx="3225142" cy="4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6"/>
          <p:cNvSpPr txBox="1"/>
          <p:nvPr/>
        </p:nvSpPr>
        <p:spPr>
          <a:xfrm>
            <a:off x="159600" y="2171550"/>
            <a:ext cx="8984400" cy="400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Archivo: 03/Dockerfile  </a:t>
            </a:r>
            <a:endParaRPr b="0" i="0" sz="1400" u="none" cap="none" strike="noStrike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8" name="Google Shape;98;p6"/>
          <p:cNvSpPr txBox="1"/>
          <p:nvPr/>
        </p:nvSpPr>
        <p:spPr>
          <a:xfrm>
            <a:off x="159600" y="524050"/>
            <a:ext cx="8984400" cy="1477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Dockerfile: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WORKDIR: </a:t>
            </a: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Setea el directorio en el cual vamos a trabajar dentro del container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COPY: </a:t>
            </a: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Copia el contenido local al container.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CMD: </a:t>
            </a: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Comando que ejecuta por defecto, a menos que especifiquemos otra cosa. A diferencia del ENTRYPOINT, este ejecuta si o si y lo que pongamos en la linea de comandos se agrega como parámetro al comando.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6"/>
          <p:cNvSpPr txBox="1"/>
          <p:nvPr/>
        </p:nvSpPr>
        <p:spPr>
          <a:xfrm>
            <a:off x="159600" y="2664200"/>
            <a:ext cx="8984400" cy="615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$ cd 03</a:t>
            </a:r>
            <a:endParaRPr b="0" i="0" sz="1400" u="none" cap="none" strike="noStrike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$ docker build -t node-web-app .</a:t>
            </a:r>
            <a:endParaRPr b="0" i="0" sz="1400" u="none" cap="none" strike="noStrike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0" name="Google Shape;100;p6"/>
          <p:cNvSpPr txBox="1"/>
          <p:nvPr/>
        </p:nvSpPr>
        <p:spPr>
          <a:xfrm>
            <a:off x="159600" y="3372250"/>
            <a:ext cx="8984400" cy="400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$ docker run --name node-app -p 8080:8080 -d node-web-app</a:t>
            </a:r>
            <a:endParaRPr b="0" i="0" sz="1400" u="none" cap="none" strike="noStrike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1" name="Google Shape;101;p6"/>
          <p:cNvSpPr txBox="1"/>
          <p:nvPr/>
        </p:nvSpPr>
        <p:spPr>
          <a:xfrm>
            <a:off x="159600" y="3864900"/>
            <a:ext cx="8984400" cy="615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$ curl http://127.0.0.1:8080 </a:t>
            </a:r>
            <a:endParaRPr b="0" i="0" sz="1400" u="none" cap="none" strike="noStrike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$ docker stop node-app &amp;&amp; docker rm node-app</a:t>
            </a:r>
            <a:endParaRPr b="0" i="0" sz="1400" u="none" cap="none" strike="noStrike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18859" y="4743300"/>
            <a:ext cx="3225142" cy="4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7"/>
          <p:cNvSpPr txBox="1"/>
          <p:nvPr/>
        </p:nvSpPr>
        <p:spPr>
          <a:xfrm>
            <a:off x="159600" y="980800"/>
            <a:ext cx="8984400" cy="615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$ docker run --name node-app -p 8080:8080 node-web-app \</a:t>
            </a:r>
            <a:endParaRPr b="0" i="0" sz="1400" u="none" cap="none" strike="noStrike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cat credentials.txt  </a:t>
            </a:r>
            <a:endParaRPr b="0" i="0" sz="1400" u="none" cap="none" strike="noStrike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8" name="Google Shape;108;p7"/>
          <p:cNvSpPr txBox="1"/>
          <p:nvPr/>
        </p:nvSpPr>
        <p:spPr>
          <a:xfrm>
            <a:off x="159600" y="524050"/>
            <a:ext cx="8984400" cy="4002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PROBLEMA!!: </a:t>
            </a: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Estamos pusheando a la imagen credenciales privadas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7"/>
          <p:cNvSpPr txBox="1"/>
          <p:nvPr/>
        </p:nvSpPr>
        <p:spPr>
          <a:xfrm>
            <a:off x="159600" y="1706700"/>
            <a:ext cx="8984400" cy="615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1400" u="none" cap="none" strike="noStrik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cion super segura</a:t>
            </a:r>
            <a:endParaRPr b="0" i="0" sz="1400" u="none" cap="none" strike="noStrike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1400" u="none" cap="none" strike="noStrik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42</a:t>
            </a:r>
            <a:endParaRPr b="0" i="0" sz="1400" u="none" cap="none" strike="noStrike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0" name="Google Shape;110;p7"/>
          <p:cNvSpPr txBox="1"/>
          <p:nvPr/>
        </p:nvSpPr>
        <p:spPr>
          <a:xfrm>
            <a:off x="159600" y="2432600"/>
            <a:ext cx="8984400" cy="400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$ docker stop node-app &amp;&amp; docker rm node-app</a:t>
            </a:r>
            <a:endParaRPr b="0" i="0" sz="1400" u="none" cap="none" strike="noStrike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18859" y="4743300"/>
            <a:ext cx="3225142" cy="4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8"/>
          <p:cNvSpPr txBox="1"/>
          <p:nvPr/>
        </p:nvSpPr>
        <p:spPr>
          <a:xfrm>
            <a:off x="159600" y="1214050"/>
            <a:ext cx="8984400" cy="400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Archivo: 04/.dockerignore  </a:t>
            </a:r>
            <a:endParaRPr b="0" i="0" sz="1400" u="none" cap="none" strike="noStrike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7" name="Google Shape;117;p8"/>
          <p:cNvSpPr txBox="1"/>
          <p:nvPr/>
        </p:nvSpPr>
        <p:spPr>
          <a:xfrm>
            <a:off x="159600" y="168050"/>
            <a:ext cx="8984400" cy="8313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Agregamos un archivo </a:t>
            </a:r>
            <a:r>
              <a:rPr b="1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.dockerignore </a:t>
            </a: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donde le especificamos que es lo que queremos </a:t>
            </a:r>
            <a:r>
              <a:rPr b="1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IGNORE </a:t>
            </a: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 la imagen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--rm: </a:t>
            </a: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Elimina el container apenas este se detiene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8"/>
          <p:cNvSpPr txBox="1"/>
          <p:nvPr/>
        </p:nvSpPr>
        <p:spPr>
          <a:xfrm>
            <a:off x="159600" y="1688650"/>
            <a:ext cx="8984400" cy="615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$ cd 04</a:t>
            </a:r>
            <a:endParaRPr b="0" i="0" sz="1400" u="none" cap="none" strike="noStrike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$ docker build -t node-web-app .</a:t>
            </a:r>
            <a:endParaRPr b="0" i="0" sz="1400" u="none" cap="none" strike="noStrike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9" name="Google Shape;119;p8"/>
          <p:cNvSpPr txBox="1"/>
          <p:nvPr/>
        </p:nvSpPr>
        <p:spPr>
          <a:xfrm>
            <a:off x="159600" y="2378650"/>
            <a:ext cx="8984400" cy="615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$ docker run --rm --name node-app -p 8080:8080 node-web-app \</a:t>
            </a:r>
            <a:endParaRPr b="0" i="0" sz="1400" u="none" cap="none" strike="noStrike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cat credentials.txt</a:t>
            </a:r>
            <a:endParaRPr b="0" i="0" sz="1400" u="none" cap="none" strike="noStrike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0" name="Google Shape;120;p8"/>
          <p:cNvSpPr txBox="1"/>
          <p:nvPr/>
        </p:nvSpPr>
        <p:spPr>
          <a:xfrm>
            <a:off x="159600" y="3323675"/>
            <a:ext cx="8984400" cy="4002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 que otra manera se les ocurre ver si esta el archivo </a:t>
            </a:r>
            <a:r>
              <a:rPr b="1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credentials.txt</a:t>
            </a: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dentro?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18859" y="4743300"/>
            <a:ext cx="3225142" cy="4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9"/>
          <p:cNvSpPr txBox="1"/>
          <p:nvPr/>
        </p:nvSpPr>
        <p:spPr>
          <a:xfrm>
            <a:off x="159600" y="1214050"/>
            <a:ext cx="8984400" cy="400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Archivo: 04/.dockerignore  </a:t>
            </a:r>
            <a:endParaRPr b="0" i="0" sz="1400" u="none" cap="none" strike="noStrike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7" name="Google Shape;127;p9"/>
          <p:cNvSpPr txBox="1"/>
          <p:nvPr/>
        </p:nvSpPr>
        <p:spPr>
          <a:xfrm>
            <a:off x="159600" y="168050"/>
            <a:ext cx="8984400" cy="8313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Agregamos un archivo </a:t>
            </a:r>
            <a:r>
              <a:rPr b="1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.dockerignore </a:t>
            </a: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donde le especificamos que es lo que queremos </a:t>
            </a:r>
            <a:r>
              <a:rPr b="1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IGNORE </a:t>
            </a: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 la imagen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--rm: </a:t>
            </a: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Elimina el container apenas este se detiene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9"/>
          <p:cNvSpPr txBox="1"/>
          <p:nvPr/>
        </p:nvSpPr>
        <p:spPr>
          <a:xfrm>
            <a:off x="159600" y="1688650"/>
            <a:ext cx="8984400" cy="615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$ cd 04</a:t>
            </a:r>
            <a:endParaRPr b="0" i="0" sz="1400" u="none" cap="none" strike="noStrike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$ docker build -t node-web-app .</a:t>
            </a:r>
            <a:endParaRPr b="0" i="0" sz="1400" u="none" cap="none" strike="noStrike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9" name="Google Shape;129;p9"/>
          <p:cNvSpPr txBox="1"/>
          <p:nvPr/>
        </p:nvSpPr>
        <p:spPr>
          <a:xfrm>
            <a:off x="159600" y="2378650"/>
            <a:ext cx="8984400" cy="615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$ docker run --rm --name node-app -p 8080:8080 node-web-app \</a:t>
            </a:r>
            <a:endParaRPr b="0" i="0" sz="1400" u="none" cap="none" strike="noStrike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cat credentials.txt</a:t>
            </a:r>
            <a:endParaRPr b="0" i="0" sz="1400" u="none" cap="none" strike="noStrike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0" name="Google Shape;130;p9"/>
          <p:cNvSpPr txBox="1"/>
          <p:nvPr/>
        </p:nvSpPr>
        <p:spPr>
          <a:xfrm>
            <a:off x="159600" y="3323675"/>
            <a:ext cx="8984400" cy="4002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TIP… pueden usar volumenes… o mirar el siguiente slide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18859" y="4743300"/>
            <a:ext cx="3225142" cy="4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0"/>
          <p:cNvSpPr txBox="1"/>
          <p:nvPr/>
        </p:nvSpPr>
        <p:spPr>
          <a:xfrm>
            <a:off x="159600" y="1214050"/>
            <a:ext cx="8984400" cy="400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Carpeta: 04</a:t>
            </a:r>
            <a:endParaRPr b="0" i="0" sz="1400" u="none" cap="none" strike="noStrike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7" name="Google Shape;137;p10"/>
          <p:cNvSpPr txBox="1"/>
          <p:nvPr/>
        </p:nvSpPr>
        <p:spPr>
          <a:xfrm>
            <a:off x="159600" y="168050"/>
            <a:ext cx="8984400" cy="8313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Existe una manera de ejecutar un comando dentro del container desde nuestra consola. Esto es muy útil para si por ejemplo queremos ver como quedo la imagen.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Iniciemos el container nevamente: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0"/>
          <p:cNvSpPr txBox="1"/>
          <p:nvPr/>
        </p:nvSpPr>
        <p:spPr>
          <a:xfrm>
            <a:off x="159600" y="1688650"/>
            <a:ext cx="8984400" cy="400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1400" u="none" cap="none" strike="noStrik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$ docker run --rm --name node-app -p 8080:8080 -d node-web-app</a:t>
            </a:r>
            <a:endParaRPr b="0" i="0" sz="1400" u="none" cap="none" strike="noStrike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9" name="Google Shape;139;p10"/>
          <p:cNvSpPr txBox="1"/>
          <p:nvPr/>
        </p:nvSpPr>
        <p:spPr>
          <a:xfrm>
            <a:off x="159600" y="2569500"/>
            <a:ext cx="8984400" cy="400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$ docker exec -it node-app /bin/bash</a:t>
            </a:r>
            <a:endParaRPr b="0" i="0" sz="1400" u="none" cap="none" strike="noStrike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0" name="Google Shape;140;p10"/>
          <p:cNvSpPr txBox="1"/>
          <p:nvPr/>
        </p:nvSpPr>
        <p:spPr>
          <a:xfrm>
            <a:off x="159600" y="3009925"/>
            <a:ext cx="8984400" cy="1477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 que esta diciendo es, </a:t>
            </a:r>
            <a:r>
              <a:rPr b="1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docker </a:t>
            </a: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ejecuta un </a:t>
            </a:r>
            <a:r>
              <a:rPr b="1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exec</a:t>
            </a: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interactivo y con una terminal (</a:t>
            </a:r>
            <a:r>
              <a:rPr b="1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-it)</a:t>
            </a: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en el container </a:t>
            </a:r>
            <a:r>
              <a:rPr b="1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node-app. </a:t>
            </a: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 el comando que vas a ejecutar es </a:t>
            </a:r>
            <a:r>
              <a:rPr b="1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/bin/bash. </a:t>
            </a: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Por lo que a partir de ahora etan dentro del container. Vean en que directorio estan por defecto (Lo que pusieron como WORKDIR) y revisen que archivos están… noten como lo que pusimos en el </a:t>
            </a:r>
            <a:r>
              <a:rPr b="1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.dockerignore no hay nada.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ESTO ES PARA ABRIR UNA TERMINAL; PERO PUEDE SER CUALQUIER COMANDO!!! </a:t>
            </a: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0"/>
          <p:cNvSpPr txBox="1"/>
          <p:nvPr/>
        </p:nvSpPr>
        <p:spPr>
          <a:xfrm>
            <a:off x="159600" y="2129063"/>
            <a:ext cx="8984400" cy="4002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Vamos a abrir un intérprete de comando en el container: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1"/>
          <p:cNvSpPr txBox="1"/>
          <p:nvPr/>
        </p:nvSpPr>
        <p:spPr>
          <a:xfrm>
            <a:off x="1195400" y="924250"/>
            <a:ext cx="382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7" name="Google Shape;14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18859" y="4743300"/>
            <a:ext cx="3225142" cy="4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1"/>
          <p:cNvSpPr txBox="1"/>
          <p:nvPr/>
        </p:nvSpPr>
        <p:spPr>
          <a:xfrm>
            <a:off x="159600" y="1203025"/>
            <a:ext cx="8984400" cy="369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Carpeta 05/[Dockerfile_expose | Dockerfile_noexpose ] </a:t>
            </a:r>
            <a:endParaRPr b="0" i="0" sz="1200" u="none" cap="none" strike="noStrike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9" name="Google Shape;149;p11"/>
          <p:cNvSpPr txBox="1"/>
          <p:nvPr/>
        </p:nvSpPr>
        <p:spPr>
          <a:xfrm>
            <a:off x="159600" y="168050"/>
            <a:ext cx="8984400" cy="769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EXPOSE: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Informa a Docker que el container escucha en cierto puertos </a:t>
            </a: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 tiempo de ejecución. CUIDADO!!</a:t>
            </a: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informa que </a:t>
            </a: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escucha; </a:t>
            </a: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pero no hace el forward. Es como para declarar la intención de exponer ese puerto: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1"/>
          <p:cNvSpPr txBox="1"/>
          <p:nvPr/>
        </p:nvSpPr>
        <p:spPr>
          <a:xfrm>
            <a:off x="79800" y="2124025"/>
            <a:ext cx="8984400" cy="1293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$ cd 05</a:t>
            </a:r>
            <a:endParaRPr b="0" i="0" sz="1200" u="none" cap="none" strike="noStrike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$ docker build -t nginx:expose -f Dockerfile_expose .</a:t>
            </a:r>
            <a:endParaRPr b="0" i="0" sz="1200" u="none" cap="none" strike="noStrike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$ docker build -t nginx:noexpose -f Dockerfile_noexpose .</a:t>
            </a:r>
            <a:endParaRPr b="0" i="0" sz="1200" u="none" cap="none" strike="noStrike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$ docker run --rm -d --name ng-expose nginx:expose</a:t>
            </a:r>
            <a:endParaRPr b="0" i="0" sz="1200" u="none" cap="none" strike="noStrike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1200" u="none" cap="none" strike="noStrik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$ docker run --rm -d --name ng-noexpose nginx:noexpose</a:t>
            </a:r>
            <a:endParaRPr b="0" i="0" sz="1200" u="none" cap="none" strike="noStrike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$ docker ps</a:t>
            </a:r>
            <a:endParaRPr b="0" i="0" sz="1200" u="none" cap="none" strike="noStrike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1" name="Google Shape;151;p11"/>
          <p:cNvSpPr txBox="1"/>
          <p:nvPr/>
        </p:nvSpPr>
        <p:spPr>
          <a:xfrm>
            <a:off x="189000" y="1754725"/>
            <a:ext cx="8868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Comparen la columna </a:t>
            </a:r>
            <a:r>
              <a:rPr b="1" i="0" lang="e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PORTS </a:t>
            </a:r>
            <a:r>
              <a:rPr b="0" i="0" lang="e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 ambas salidas: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1"/>
          <p:cNvSpPr txBox="1"/>
          <p:nvPr/>
        </p:nvSpPr>
        <p:spPr>
          <a:xfrm>
            <a:off x="79800" y="3622638"/>
            <a:ext cx="8984400" cy="369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$ docker stop  ng-expose ng-noexpose</a:t>
            </a:r>
            <a:endParaRPr b="0" i="0" sz="1200" u="none" cap="none" strike="noStrike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2"/>
          <p:cNvSpPr txBox="1"/>
          <p:nvPr/>
        </p:nvSpPr>
        <p:spPr>
          <a:xfrm>
            <a:off x="1195400" y="924250"/>
            <a:ext cx="382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18859" y="4743300"/>
            <a:ext cx="3225142" cy="4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2"/>
          <p:cNvSpPr txBox="1"/>
          <p:nvPr/>
        </p:nvSpPr>
        <p:spPr>
          <a:xfrm>
            <a:off x="159600" y="1330838"/>
            <a:ext cx="8984400" cy="369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Carpeta 06/Dockerfile</a:t>
            </a:r>
            <a:endParaRPr b="0" i="0" sz="1200" u="none" cap="none" strike="noStrike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0" name="Google Shape;160;p12"/>
          <p:cNvSpPr txBox="1"/>
          <p:nvPr/>
        </p:nvSpPr>
        <p:spPr>
          <a:xfrm>
            <a:off x="159600" y="168050"/>
            <a:ext cx="8984400" cy="11082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ENV:</a:t>
            </a: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Son variables de entorno que van a vivir durante el tiempo de build y ejecución del container.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ARG: </a:t>
            </a: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Variables que solo van a estar disponible durante el </a:t>
            </a: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del container.</a:t>
            </a: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Estas variables son útiles si por ejemplo, el build de nuestro container requiere que compilemos algo. Esto es, por ejemplo, si la compilación se hace durante el build, y necesitamos pasarle algún argumento al compilador, </a:t>
            </a: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ARG </a:t>
            </a: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 un buen caso de uso, ya que dicho argumento no lo necesitaré más cuando el container arranque.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2"/>
          <p:cNvSpPr txBox="1"/>
          <p:nvPr/>
        </p:nvSpPr>
        <p:spPr>
          <a:xfrm>
            <a:off x="189000" y="2479763"/>
            <a:ext cx="8984400" cy="738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$ cd 06</a:t>
            </a:r>
            <a:endParaRPr b="0" i="0" sz="1200" u="none" cap="none" strike="noStrike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$ docker build -t envapp -f Dockerfile_env .</a:t>
            </a:r>
            <a:endParaRPr b="0" i="0" sz="1200" u="none" cap="none" strike="noStrike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$ docker run --rm -d --name envapp -p 3000:3000 envapp:latest</a:t>
            </a:r>
            <a:endParaRPr b="0" i="0" sz="1200" u="none" cap="none" strike="noStrike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2" name="Google Shape;162;p12"/>
          <p:cNvSpPr txBox="1"/>
          <p:nvPr/>
        </p:nvSpPr>
        <p:spPr>
          <a:xfrm>
            <a:off x="189000" y="1754725"/>
            <a:ext cx="8868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Dado que en este ejemplo </a:t>
            </a:r>
            <a:r>
              <a:rPr b="1" i="0" lang="e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ENV, </a:t>
            </a:r>
            <a:r>
              <a:rPr b="0" i="0" lang="e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dentro del Dockerfile, contiene el número de puerto, esta instrucción hace que esté disponible como variable de entorno dentro de la aplicación. Es por ese motivo que dentro del archivo </a:t>
            </a:r>
            <a:r>
              <a:rPr b="1" i="0" lang="e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index.js </a:t>
            </a:r>
            <a:r>
              <a:rPr b="0" i="0" lang="e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esta variable que define el puerto y puede ser invocada mediante la línea: </a:t>
            </a:r>
            <a:r>
              <a:rPr b="1" i="0" lang="e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port = process.env.PORT || 3080</a:t>
            </a:r>
            <a:endParaRPr b="1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3" name="Google Shape;163;p12"/>
          <p:cNvSpPr txBox="1"/>
          <p:nvPr/>
        </p:nvSpPr>
        <p:spPr>
          <a:xfrm>
            <a:off x="189000" y="3218675"/>
            <a:ext cx="8868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Ahora, si </a:t>
            </a:r>
            <a:r>
              <a:rPr b="1" i="0" lang="e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(1)</a:t>
            </a:r>
            <a:r>
              <a:rPr b="0" i="0" lang="e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ejecutamos una llamada; pero mas importante, ejecutamos el comando </a:t>
            </a:r>
            <a:r>
              <a:rPr b="1" i="0" lang="e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env</a:t>
            </a:r>
            <a:r>
              <a:rPr b="0" i="0" lang="e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dentro del container que nos trae las variables de entorno vamos a ver que esta la variable </a:t>
            </a:r>
            <a:r>
              <a:rPr b="1" i="0" lang="e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PORT = 3000</a:t>
            </a:r>
            <a:r>
              <a:rPr b="0" i="0" lang="e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tal cual la definimos en el </a:t>
            </a:r>
            <a:r>
              <a:rPr b="1" i="0" lang="e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Dockerfile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2"/>
          <p:cNvSpPr txBox="1"/>
          <p:nvPr/>
        </p:nvSpPr>
        <p:spPr>
          <a:xfrm>
            <a:off x="189000" y="3729425"/>
            <a:ext cx="8984400" cy="1108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1200" u="none" cap="none" strike="noStrik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$ curl http://127.0.0.1:3000</a:t>
            </a:r>
            <a:endParaRPr b="0" i="0" sz="1200" u="none" cap="none" strike="noStrike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App Works !!!</a:t>
            </a:r>
            <a:endParaRPr b="0" i="0" sz="1200" u="none" cap="none" strike="noStrike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" sz="1200" u="none" cap="none" strike="noStrik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$ docker exec -it envapp env | grep PORT</a:t>
            </a:r>
            <a:endParaRPr b="0" i="0" sz="1200" u="none" cap="none" strike="noStrike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PORT=3000</a:t>
            </a:r>
            <a:endParaRPr b="0" i="0" sz="1200" u="none" cap="none" strike="noStrike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3"/>
          <p:cNvSpPr txBox="1"/>
          <p:nvPr/>
        </p:nvSpPr>
        <p:spPr>
          <a:xfrm>
            <a:off x="1195400" y="924250"/>
            <a:ext cx="382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0" name="Google Shape;17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18859" y="4743300"/>
            <a:ext cx="3225142" cy="4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3"/>
          <p:cNvSpPr txBox="1"/>
          <p:nvPr/>
        </p:nvSpPr>
        <p:spPr>
          <a:xfrm>
            <a:off x="43200" y="62175"/>
            <a:ext cx="8984400" cy="1477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MULTISTAGE BUILD: </a:t>
            </a: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 algunos casos, el build es simplemente generar un ejecutable o un simple artifact que se ejecutará. En un multistage build, se divide en dos etapas, una de build y una de build del container, utilizando el artifact previamente definido.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primer ventaja es modularidad ya que </a:t>
            </a: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queda más definida la parte de build del artifact y cualquier cambio afectaría a esa sección únicamente</a:t>
            </a: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 dos, que únicamente se conserva la última capa para generar el artifact, descartando todas las anteriores.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3"/>
          <p:cNvSpPr txBox="1"/>
          <p:nvPr/>
        </p:nvSpPr>
        <p:spPr>
          <a:xfrm>
            <a:off x="43200" y="1638363"/>
            <a:ext cx="8984400" cy="554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$ docker build -t artifact-app .</a:t>
            </a:r>
            <a:endParaRPr b="0" i="0" sz="1200" u="none" cap="none" strike="noStrike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$ docker run --rm -d --name artifact-app -p 3000:3000 artifact-app:latest</a:t>
            </a:r>
            <a:endParaRPr b="0" i="0" sz="1200" u="none" cap="none" strike="noStrike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3" name="Google Shape;173;p13"/>
          <p:cNvSpPr txBox="1"/>
          <p:nvPr/>
        </p:nvSpPr>
        <p:spPr>
          <a:xfrm>
            <a:off x="102425" y="2385175"/>
            <a:ext cx="8853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Desde un navegador accedan a: </a:t>
            </a:r>
            <a:r>
              <a:rPr b="1" i="0" lang="e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http://127.0.0.1</a:t>
            </a:r>
            <a:endParaRPr b="1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4"/>
          <p:cNvSpPr txBox="1"/>
          <p:nvPr/>
        </p:nvSpPr>
        <p:spPr>
          <a:xfrm>
            <a:off x="1195400" y="924250"/>
            <a:ext cx="382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9" name="Google Shape;17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18859" y="4743300"/>
            <a:ext cx="3225142" cy="4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4"/>
          <p:cNvSpPr txBox="1"/>
          <p:nvPr/>
        </p:nvSpPr>
        <p:spPr>
          <a:xfrm>
            <a:off x="43200" y="62175"/>
            <a:ext cx="8984400" cy="9234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Dockerfiles a analizar: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MySQL: </a:t>
            </a:r>
            <a:r>
              <a:rPr b="0" i="1" lang="es" sz="12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https://github.com/mysql/mysql-docker/blob/mysql-server/5.7/Dockerfile</a:t>
            </a: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¿que es ese entrypoint?.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Postfix: </a:t>
            </a:r>
            <a:r>
              <a:rPr b="0" i="1" lang="es" sz="12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https://github.com/bokysan/docker-postfix/blob/master/Dockerfile</a:t>
            </a:r>
            <a:r>
              <a:rPr b="0" i="1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Observen como utiliza ese </a:t>
            </a: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${BASE_IMAGE}.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4"/>
          <p:cNvSpPr txBox="1"/>
          <p:nvPr/>
        </p:nvSpPr>
        <p:spPr>
          <a:xfrm>
            <a:off x="43200" y="1260850"/>
            <a:ext cx="8984400" cy="738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Como subimos la imagenes a nuestro repo?: 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Algo que hay que entender es que </a:t>
            </a: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dentro del nombre de la imagen, también se define el repositorio. </a:t>
            </a: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Esto es, sigue la siguiente forma: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4"/>
          <p:cNvSpPr txBox="1"/>
          <p:nvPr/>
        </p:nvSpPr>
        <p:spPr>
          <a:xfrm>
            <a:off x="43200" y="2202450"/>
            <a:ext cx="8984400" cy="369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url_registry/usuario/imagen:tag</a:t>
            </a:r>
            <a:endParaRPr b="1" i="0" sz="1200" u="none" cap="none" strike="noStrike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3" name="Google Shape;183;p14"/>
          <p:cNvSpPr txBox="1"/>
          <p:nvPr/>
        </p:nvSpPr>
        <p:spPr>
          <a:xfrm>
            <a:off x="0" y="2683425"/>
            <a:ext cx="8984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Entonces, esto es un ejemplo de una imagen que si queremos subirla al registry (push), no la vamos a estar subiendo a Docker hub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4"/>
          <p:cNvSpPr txBox="1"/>
          <p:nvPr/>
        </p:nvSpPr>
        <p:spPr>
          <a:xfrm>
            <a:off x="0" y="3139025"/>
            <a:ext cx="8984400" cy="554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REPOSITORY                                    TAG</a:t>
            </a:r>
            <a:endParaRPr b="1" i="0" sz="1200" u="none" cap="none" strike="noStrike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registry.access.redhat.com/ubi8/ubi-minimal   8.2</a:t>
            </a:r>
            <a:endParaRPr b="1" i="0" sz="1200" u="none" cap="none" strike="noStrike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5" name="Google Shape;185;p14"/>
          <p:cNvSpPr txBox="1"/>
          <p:nvPr/>
        </p:nvSpPr>
        <p:spPr>
          <a:xfrm>
            <a:off x="43200" y="3788625"/>
            <a:ext cx="3549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registro</a:t>
            </a:r>
            <a:r>
              <a:rPr b="1" i="0" lang="e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r</a:t>
            </a:r>
            <a:r>
              <a:rPr b="1" i="0" lang="e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egistry.access.redhat.com</a:t>
            </a:r>
            <a:endParaRPr b="1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usuario</a:t>
            </a:r>
            <a:r>
              <a:rPr b="1" i="0" lang="e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dentro del registry: ubi8</a:t>
            </a:r>
            <a:endParaRPr b="1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Imagen</a:t>
            </a:r>
            <a:r>
              <a:rPr b="1" i="0" lang="e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: ubi-minimal</a:t>
            </a:r>
            <a:endParaRPr b="1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Tag</a:t>
            </a:r>
            <a:r>
              <a:rPr b="1" i="0" lang="e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: 8.2</a:t>
            </a:r>
            <a:endParaRPr b="1" i="0" sz="1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18859" y="4743300"/>
            <a:ext cx="3225142" cy="4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5"/>
          <p:cNvSpPr txBox="1"/>
          <p:nvPr/>
        </p:nvSpPr>
        <p:spPr>
          <a:xfrm>
            <a:off x="43200" y="62175"/>
            <a:ext cx="8984400" cy="3693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Subamos una imagen a nuestro repo </a:t>
            </a: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 dockerhub </a:t>
            </a: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entonces: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5"/>
          <p:cNvSpPr txBox="1"/>
          <p:nvPr/>
        </p:nvSpPr>
        <p:spPr>
          <a:xfrm>
            <a:off x="43200" y="505025"/>
            <a:ext cx="8984400" cy="738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1200" u="none" cap="none" strike="noStrik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$ docker images</a:t>
            </a:r>
            <a:endParaRPr b="1" i="0" sz="1200" u="none" cap="none" strike="noStrike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" sz="1200" u="none" cap="none" strike="noStrik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REPOSITORY 	TAG   	IMAGE ID   	CREATED      	SIZE</a:t>
            </a:r>
            <a:endParaRPr b="1" i="0" sz="1200" u="none" cap="none" strike="noStrike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artifact-app   latest	bd70dd26cfca   25 minutes ago   142MB</a:t>
            </a:r>
            <a:endParaRPr b="1" i="0" sz="1200" u="none" cap="none" strike="noStrike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3" name="Google Shape;193;p15"/>
          <p:cNvSpPr txBox="1"/>
          <p:nvPr/>
        </p:nvSpPr>
        <p:spPr>
          <a:xfrm>
            <a:off x="43200" y="1275475"/>
            <a:ext cx="8984400" cy="3693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Como dijimos antes, tiene la siguiente forma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5"/>
          <p:cNvSpPr txBox="1"/>
          <p:nvPr/>
        </p:nvSpPr>
        <p:spPr>
          <a:xfrm>
            <a:off x="0" y="1676325"/>
            <a:ext cx="8984400" cy="369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url_registry/usuario/imagen:tag</a:t>
            </a:r>
            <a:endParaRPr b="1" i="0" sz="1200" u="none" cap="none" strike="noStrike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5" name="Google Shape;195;p15"/>
          <p:cNvSpPr txBox="1"/>
          <p:nvPr/>
        </p:nvSpPr>
        <p:spPr>
          <a:xfrm>
            <a:off x="43200" y="2115625"/>
            <a:ext cx="8984400" cy="11082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Por lo que: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lphaLcParenR"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 no especificamos registry (de la forma </a:t>
            </a: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usuario/imagen:tag)</a:t>
            </a: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por defecto utilizará dockerhub como registry.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lphaLcParenR"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 no especificamos ni registry ni usuario (de la forma </a:t>
            </a: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imagen:tag), </a:t>
            </a: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por defecto utilizará mi máquina local. 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Por lo que si quisiéramos subir una imagen a dockerhub, dentro de mi usuario sería de la forma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5"/>
          <p:cNvSpPr txBox="1"/>
          <p:nvPr/>
        </p:nvSpPr>
        <p:spPr>
          <a:xfrm>
            <a:off x="43200" y="3293825"/>
            <a:ext cx="8984400" cy="369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usuario/imagen:tag</a:t>
            </a:r>
            <a:endParaRPr b="1" i="0" sz="1200" u="none" cap="none" strike="noStrike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18859" y="4743300"/>
            <a:ext cx="3225142" cy="4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6"/>
          <p:cNvSpPr txBox="1"/>
          <p:nvPr/>
        </p:nvSpPr>
        <p:spPr>
          <a:xfrm>
            <a:off x="43200" y="62175"/>
            <a:ext cx="8984400" cy="3693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Por lo que si tenemos esta imagen: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6"/>
          <p:cNvSpPr txBox="1"/>
          <p:nvPr/>
        </p:nvSpPr>
        <p:spPr>
          <a:xfrm>
            <a:off x="43200" y="505025"/>
            <a:ext cx="8984400" cy="738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$ docker images</a:t>
            </a:r>
            <a:endParaRPr b="1" i="0" sz="1200" u="none" cap="none" strike="noStrike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REPOSITORY 	TAG   	IMAGE ID   	CREATED      	SIZE</a:t>
            </a:r>
            <a:endParaRPr b="1" i="0" sz="1200" u="none" cap="none" strike="noStrike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artifact-app   latest	bd70dd26cfca   25 minutes ago   142MB</a:t>
            </a:r>
            <a:endParaRPr b="1" i="0" sz="1200" u="none" cap="none" strike="noStrike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4" name="Google Shape;204;p16"/>
          <p:cNvSpPr txBox="1"/>
          <p:nvPr/>
        </p:nvSpPr>
        <p:spPr>
          <a:xfrm>
            <a:off x="43200" y="1275475"/>
            <a:ext cx="8984400" cy="554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Tendremos que retagearla a lo siguiente (tomando mi usuario </a:t>
            </a: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adrabenche para este ejemplo)</a:t>
            </a: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En su caso utilizarán el correspondiente a lo que crearon dentro de Dockerhub.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6"/>
          <p:cNvSpPr txBox="1"/>
          <p:nvPr/>
        </p:nvSpPr>
        <p:spPr>
          <a:xfrm>
            <a:off x="43200" y="1861125"/>
            <a:ext cx="8984400" cy="369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$ docker tag artifact-app:latest adrabenche/artifact-app:latest</a:t>
            </a:r>
            <a:endParaRPr b="1" i="0" sz="1200" u="none" cap="none" strike="noStrike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6" name="Google Shape;206;p16"/>
          <p:cNvSpPr txBox="1"/>
          <p:nvPr/>
        </p:nvSpPr>
        <p:spPr>
          <a:xfrm>
            <a:off x="43200" y="3177988"/>
            <a:ext cx="8984400" cy="369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$ docker push adrabenche/artifact-app:latest</a:t>
            </a:r>
            <a:endParaRPr b="1" i="0" sz="1200" u="none" cap="none" strike="noStrike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7" name="Google Shape;207;p16"/>
          <p:cNvSpPr txBox="1"/>
          <p:nvPr/>
        </p:nvSpPr>
        <p:spPr>
          <a:xfrm>
            <a:off x="43200" y="2310338"/>
            <a:ext cx="8984400" cy="738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 listo. Cabe aclarar que: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arenR"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Tenemos que tener permisos de escritura dentro de dicho repositorio de imagen en Dockerhub. 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arenR"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 el repositorio no existe, creará uno.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8" name="Google Shape;20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3699688"/>
            <a:ext cx="8839199" cy="8018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7"/>
          <p:cNvSpPr txBox="1"/>
          <p:nvPr/>
        </p:nvSpPr>
        <p:spPr>
          <a:xfrm>
            <a:off x="1275875" y="843775"/>
            <a:ext cx="382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4" name="Google Shape;21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18859" y="4743300"/>
            <a:ext cx="3225142" cy="4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7"/>
          <p:cNvSpPr txBox="1"/>
          <p:nvPr/>
        </p:nvSpPr>
        <p:spPr>
          <a:xfrm>
            <a:off x="43200" y="62175"/>
            <a:ext cx="8984400" cy="3693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Comandos y más comandos:</a:t>
            </a: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Estos son algunos de los comandos que utilzarán con frecuencia: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7"/>
          <p:cNvSpPr txBox="1"/>
          <p:nvPr/>
        </p:nvSpPr>
        <p:spPr>
          <a:xfrm>
            <a:off x="43200" y="573075"/>
            <a:ext cx="8984400" cy="1847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Char char="●"/>
            </a:pPr>
            <a:r>
              <a:rPr b="1" i="0" lang="e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docker system prune</a:t>
            </a:r>
            <a:endParaRPr b="1" i="0" sz="1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Char char="●"/>
            </a:pPr>
            <a:r>
              <a:rPr b="1" i="0" lang="e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docker system prune -a</a:t>
            </a:r>
            <a:endParaRPr b="1" i="0" sz="1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Char char="●"/>
            </a:pPr>
            <a:r>
              <a:rPr b="1" i="0" lang="e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docker history &lt;imagen&gt;</a:t>
            </a:r>
            <a:endParaRPr b="1" i="0" sz="1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Char char="●"/>
            </a:pPr>
            <a:r>
              <a:rPr b="1" i="0" lang="e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docker build -t &lt;imagen&gt; . --no-cache</a:t>
            </a:r>
            <a:endParaRPr b="1" i="0" sz="1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Char char="●"/>
            </a:pPr>
            <a:r>
              <a:rPr b="1" i="0" lang="e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docker inspect &lt;container&gt;</a:t>
            </a:r>
            <a:endParaRPr b="1" i="0" sz="1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Char char="●"/>
            </a:pPr>
            <a:r>
              <a:rPr b="1" i="0" lang="e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docker build </a:t>
            </a:r>
            <a:r>
              <a:rPr b="1" i="0" lang="es" sz="1200" u="sng" cap="none" strike="noStrik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4"/>
              </a:rPr>
              <a:t>https://github.com/</a:t>
            </a:r>
            <a:r>
              <a:rPr b="1" i="0" lang="e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&lt;gh_user&gt;/&lt;gh_repo&gt;#&lt;image&gt;:&lt;tag&gt;</a:t>
            </a:r>
            <a:endParaRPr b="1" i="0" sz="1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Char char="●"/>
            </a:pPr>
            <a:r>
              <a:rPr b="1" i="0" lang="e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docker stats</a:t>
            </a:r>
            <a:endParaRPr b="1" i="0" sz="1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Char char="●"/>
            </a:pPr>
            <a:r>
              <a:rPr b="1" i="0" lang="e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docker system df</a:t>
            </a:r>
            <a:endParaRPr b="1" i="0" sz="1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Char char="●"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8"/>
          <p:cNvSpPr txBox="1"/>
          <p:nvPr/>
        </p:nvSpPr>
        <p:spPr>
          <a:xfrm>
            <a:off x="1275875" y="843775"/>
            <a:ext cx="382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2" name="Google Shape;22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18859" y="4743300"/>
            <a:ext cx="3225142" cy="4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8"/>
          <p:cNvSpPr txBox="1"/>
          <p:nvPr/>
        </p:nvSpPr>
        <p:spPr>
          <a:xfrm>
            <a:off x="43200" y="62175"/>
            <a:ext cx="8984400" cy="3693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¿Que más hay?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8"/>
          <p:cNvSpPr txBox="1"/>
          <p:nvPr/>
        </p:nvSpPr>
        <p:spPr>
          <a:xfrm>
            <a:off x="43200" y="573075"/>
            <a:ext cx="8984400" cy="908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Char char="●"/>
            </a:pPr>
            <a:r>
              <a:rPr b="1" i="0" lang="e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Techo World with NANA: </a:t>
            </a:r>
            <a:r>
              <a:rPr b="1" i="0" lang="es" sz="1200" u="sng" cap="none" strike="noStrik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4"/>
              </a:rPr>
              <a:t>https://youtu.be/3c-iBn73dDE</a:t>
            </a:r>
            <a:endParaRPr b="1" i="0" sz="1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Char char="●"/>
            </a:pPr>
            <a:r>
              <a:rPr b="1" i="0" lang="e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Pelado Nerd: </a:t>
            </a:r>
            <a:r>
              <a:rPr b="1" i="0" lang="es" sz="1200" u="sng" cap="none" strike="noStrik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5"/>
              </a:rPr>
              <a:t>https://www.youtube.com/c/PeladoNerd</a:t>
            </a:r>
            <a:endParaRPr b="1" i="0" sz="1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urier New"/>
              <a:buChar char="●"/>
            </a:pPr>
            <a:r>
              <a:rPr b="1" i="0" lang="es" sz="1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Free code camp: [</a:t>
            </a:r>
            <a:r>
              <a:rPr b="1" i="0" lang="es" sz="1100" u="sng" cap="none" strike="noStrik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6"/>
              </a:rPr>
              <a:t>https://www.freecodecamp.org</a:t>
            </a:r>
            <a:r>
              <a:rPr b="1" i="0" lang="es" sz="1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| </a:t>
            </a:r>
            <a:r>
              <a:rPr b="1" i="0" lang="es" sz="1100" u="sng" cap="none" strike="noStrik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7"/>
              </a:rPr>
              <a:t>https://www.youtube.com/c/freecodecamp/videos</a:t>
            </a:r>
            <a:r>
              <a:rPr b="1" i="0" lang="es" sz="1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]</a:t>
            </a:r>
            <a:endParaRPr b="1" i="0" sz="11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Char char="●"/>
            </a:pPr>
            <a:r>
              <a:rPr b="0" i="0" lang="es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Busquen ejemplos de Dockerfiles de otros repositorios!!</a:t>
            </a:r>
            <a:endParaRPr b="0" i="0" sz="12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